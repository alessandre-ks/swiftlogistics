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82880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BSIT CAPSTONE TITLE PROPOSAL</a:t>
            </a:r>
          </a:p>
          <a:p>
            <a:pPr>
              <a:defRPr sz="6400" b="1">
                <a:solidFill>
                  <a:srgbClr val="FFFFFF"/>
                </a:solidFill>
              </a:defRPr>
            </a:pPr>
            <a:r>
              <a:t>TripwireJS</a:t>
            </a:r>
          </a:p>
          <a:p>
            <a:pPr>
              <a:spcBef>
                <a:spcPts val="600"/>
              </a:spcBef>
              <a:defRPr sz="3000">
                <a:solidFill>
                  <a:srgbClr val="CBD5E1"/>
                </a:solidFill>
              </a:defRPr>
            </a:pPr>
            <a:r>
              <a:t>Data Breach Containment for MSMEs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Track: Information Assurance &amp; Security (IAS)  |  Architecture: Serverless Firebase</a:t>
            </a:r>
          </a:p>
          <a:p>
            <a:pPr>
              <a:spcBef>
                <a:spcPts val="400"/>
              </a:spcBef>
              <a:defRPr sz="1400">
                <a:solidFill>
                  <a:srgbClr val="0284C7"/>
                </a:solidFill>
              </a:defRPr>
            </a:pPr>
            <a:r>
              <a:t>• Legal Mandate: RA 10173 (Data Privacy Act) — NPC 72-Hour Breach Containment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1. BACKGROUND &amp; CONTEXT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Real-World Problem: Philippine SMEs Under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2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563EB"/>
                </a:solidFill>
              </a:defRPr>
            </a:pPr>
            <a:r>
              <a:t>99.5%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Backbone of PH Economy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MSMEs represent 99.5% of all registered businesses in the Philippines, operating online with zero security budgets. (DTI,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11D48"/>
                </a:solidFill>
              </a:defRPr>
            </a:pPr>
            <a:r>
              <a:t>57%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Attacked Within 1 Year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Over half of Philippine SMBs suffered an active cyberattack, with 73% resulting in customer data stolen. (Cisco, 2021)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97706"/>
                </a:solidFill>
              </a:defRPr>
            </a:pPr>
            <a:r>
              <a:t>&lt; 5s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Bot Scraping Speed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Once an employee password leaks, automated bots dump entire customer directories in seconds. (Verizon, 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CORE CONCEPT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Defense Philosophy: The 'Assumed Breach'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3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</a:defRPr>
            </a:pPr>
            <a:r>
              <a:t>THE 'CASTLE' MYTH (100% Security)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✖ Assumption: 'No one can ever hack our login.'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✖ The Reality: Passwords get phished every single day—even at Microsoft, Okta, and PhilHealth.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✖ The Flaw: Once the attacker uses a stolen password, the castle has NO internal defenses.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✖ The Result: 100% of customer data is dumped.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TRIPWIREJS (The 'Submarine' Model)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✔ Realistic Stance: We assume passwords will eventually be stolen or leaked.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✔ Watertight Doors: Submarines have bulkheads. If one room floods, doors slam shut so the ship survives.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✔ Our Tripwire: If an account starts scraping at bot speed, we cut their access in under 5 seconds.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t>✔ The Result: Damage is capped at &lt;1% blast radius.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SYSTEM OVERVIEW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Solution: TripwireJS in 4 Core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4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</a:defRPr>
            </a:pPr>
            <a:r>
              <a:t>1. Speed Tripwire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Monitors database queries per user. If an account queries &gt;30 profiles in 5 seconds, the alarm trips.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</a:defRPr>
            </a:pPr>
            <a:r>
              <a:t>2. Instant Kill-Switch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Calls Firebase Admin SDK to revoke the active token mid-attack. Scraper crashes with HTTP 401.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</a:defRPr>
            </a:pPr>
            <a:r>
              <a:t>3. Instant SMS Alert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Dispatches an emergency text message to the owner's phone via Semaphore API in under 2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</a:defRPr>
            </a:pPr>
            <a:r>
              <a:t>4. Auto NPC Report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Auto-compiles timestamps and affected records into an official PDF draft to satisfy the 72-hour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DAMAGE MITIGATION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Blast Radius: Compressing Data Loss from 100% to &lt;1%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5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WITHOUT TRIPWIRE</a:t>
            </a:r>
          </a:p>
          <a:p>
            <a:pPr>
              <a:spcAft>
                <a:spcPts val="1400"/>
              </a:spcAft>
              <a:defRPr sz="4400" b="1">
                <a:solidFill>
                  <a:srgbClr val="E11D48"/>
                </a:solidFill>
              </a:defRPr>
            </a:pPr>
            <a:r>
              <a:t>100% LOST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5,000+ customer records dumped in 2 minutes.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Silent exfiltration: owner has zero awareness.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Discovered months later via police or news.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Result: Bankruptcy &amp; up to ₱5M NPC fines.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WITH TRIPWIREJS</a:t>
            </a:r>
          </a:p>
          <a:p>
            <a:pPr>
              <a:spcAft>
                <a:spcPts val="1400"/>
              </a:spcAft>
              <a:defRPr sz="4400" b="1">
                <a:solidFill>
                  <a:srgbClr val="10B981"/>
                </a:solidFill>
              </a:defRPr>
            </a:pPr>
            <a:r>
              <a:t>&lt; 1% LOST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Scraper stopped at Record #31 (&lt;5 seconds).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Stolen account locked out mid-attack.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4,970 customer profiles saved completely.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t>• Owner alerted instantly via SMS; NPC report 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HOW IT WORKS IN PRACTICE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Operational Walkthrough: The 4-Step Incident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6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563EB"/>
                </a:solidFill>
              </a:defRPr>
            </a:pPr>
            <a:r>
              <a:t>1. Credential Login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</a:defRPr>
            </a:pPr>
            <a:r>
              <a:t>Attacker uses a stolen staff password. Firebase Auth issues a valid token. System permits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D97706"/>
                </a:solidFill>
              </a:defRPr>
            </a:pPr>
            <a:r>
              <a:t>2. Scraper Launched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</a:defRPr>
            </a:pPr>
            <a:r>
              <a:t>Attacker fires a bot to query records rapid-fire. Requests 1 through 30 arrive in 3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E11D48"/>
                </a:solidFill>
              </a:defRPr>
            </a:pPr>
            <a:r>
              <a:t>3. Tripwire Triggered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</a:defRPr>
            </a:pPr>
            <a:r>
              <a:t>At Request #31 (&lt;5s), threshold breaks. Firebase Cloud Function revokes token. Bot receives HTTP 401.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4. Alert &amp; Report</a:t>
            </a:r>
          </a:p>
          <a:p>
            <a:pPr>
              <a:spcBef>
                <a:spcPts val="400"/>
              </a:spcBef>
              <a:defRPr sz="1500">
                <a:solidFill>
                  <a:srgbClr val="0F172A"/>
                </a:solidFill>
              </a:defRPr>
            </a:pPr>
            <a:r>
              <a:t>Owner gets instant SMS. React Dashboard displays live alert. Auto-generates official NPC 72-hr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SCOPE BOUNDARIES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Scope and Limitations: Clear System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7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SCOPE (What We Deliver)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✔ Serverless Firebase Cloud Function tripwire.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✔ Real-time velocity tracking (&gt;30 req / 5s).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✔ Automated session revocation mid-attack.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✔ Clean CSS Web Dashboard on Firebase Hosting.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✔ Semaphore SMS alerting &amp; NPC 72-hour PDF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11D48"/>
                </a:solidFill>
              </a:defRPr>
            </a:pPr>
            <a:r>
              <a:t>LIMITATIONS (What is Out of Scope)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✖ No physical hardware, Wi-Fi, or POS terminals.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✖ No payment gateway tampering (GCash/Maya untouched).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✖ Does not stop phishing (focuses on post-breach containment).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✖ Zero inventory modules (no school/hospital/hotel inventory).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✖ Web-based only (no native iOS/Android stores).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IMPLEMENTATION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100% Serverless Firebase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8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Cloud Functions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Tripwire Engine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Serverless JavaScript backend. Intercepts incoming queries, counts velocity, and revokes tokens without managing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Cloud Firestore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Database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Free-tier database storing customer PII and immutable threat logs. Auto-scales with Google Cloud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200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Firebase Auth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Kill-Switch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Validates login tokens and revokes them natively in 1 line: admin.auth().revokeRefreshTokens(uid).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28655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THE CLOUD ADVANTAGE: Zero Hardware Crashes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If an attacker sends massive traffic, Google Cloud Platform auto-scales instantly. The server never runs out of RAM, and deployment takes a single command: 'firebase deploy'.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VICTIM PROTECTION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Ethical Accountability: The 'Airbag'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9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The Airbag Analogy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t>An airbag does not prevent a car crash, but it keeps you alive. TripwireJS does not prevent phishing, but it keeps 99% of your database alive.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API Data Masking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t>Database endpoints return partially masked PII (e.g., 0917-***-4582). Even for the 30 records accessed, the hacker only gets incomplete snippets.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</a:defRPr>
            </a:pPr>
            <a:r>
              <a:t>Targeted Notice (RA 10173)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t>Unlike traditional breaches, TripwireJS logs the EXACT 30 record IDs, allowing the owner to send an immediate warning text to those 30 victims.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Arial"/>
              </a:defRPr>
            </a:pPr>
            <a:r>
              <a:t>DEFENSE STRATEGY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Anticipated Panel Questions &amp; Bulletproof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TripwireJS: Data Breach Containment for MSMEs  |  Slide 10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0F172A"/>
                </a:solidFill>
              </a:defRPr>
            </a:pPr>
            <a:r>
              <a:t>Q: 'What if the bot scrapes slowly?'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A: Dual-Threshold Defense. Beyond the 30-req/5s speed tripwire, we set a cumulative cap of 50 profiles/hour. Scraping 5,000 records slowly would take 100 continuous hours (over 4 days).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0F172A"/>
                </a:solidFill>
              </a:defRPr>
            </a:pPr>
            <a:r>
              <a:t>Q: 'What if the attacker uses a VPN?'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A: TripwireJS tracks user tokens (Firebase UID), not IP addresses. Even if the hacker rotates 50 VPN IPs, they still carry the same staff token—which gets killed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0F172A"/>
                </a:solidFill>
              </a:defRPr>
            </a:pPr>
            <a:r>
              <a:t>Q: 'What if they attack with multiple bots?'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A: Multiple bots on one account reach the 30-query limit even faster (in 0.5s). If multiple accounts are breached, our Global Circuit Breaker locks all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96512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 b="1">
                <a:solidFill>
                  <a:srgbClr val="0F172A"/>
                </a:solidFill>
              </a:defRPr>
            </a:pPr>
            <a:r>
              <a:t>Q: 'What if the professor attacks live?'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A: We welcome it! The professor will run a scraping script. After 30 requests, their terminal returns HTTP 401, the student's phone buzzes with an SMS, and the dashboard turns 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TripwireJS</a:t>
            </a:r>
          </a:p>
          <a:p>
            <a:pPr algn="ctr">
              <a:spcBef>
                <a:spcPts val="600"/>
              </a:spcBef>
              <a:spcAft>
                <a:spcPts val="2800"/>
              </a:spcAft>
              <a:defRPr sz="2600">
                <a:solidFill>
                  <a:srgbClr val="0284C7"/>
                </a:solidFill>
              </a:defRPr>
            </a:pPr>
            <a:r>
              <a:t>Data Breach Containment for MSMEs</a:t>
            </a:r>
          </a:p>
          <a:p>
            <a:pPr algn="ctr">
              <a:defRPr sz="1800">
                <a:solidFill>
                  <a:srgbClr val="F8FAFC"/>
                </a:solidFill>
              </a:defRPr>
            </a:pPr>
            <a:r>
              <a:t>We welcome technical questions, critiques, and recommendations from the panel.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BSIT Capstone Defense Committee • Title Proposal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